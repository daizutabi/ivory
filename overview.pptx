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84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AC989F-3756-4325-B2B5-A973AB1D7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CBEF96E-CA64-4E01-B963-E802B74EA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2290694-1237-4772-8F38-A37F9000D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A6F12-9591-4EA6-8771-1EB6D0A58E35}" type="datetimeFigureOut">
              <a:rPr kumimoji="1" lang="ja-JP" altLang="en-US" smtClean="0"/>
              <a:t>2020/3/28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5C8652-7604-4EC7-9308-9C39DA6DE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71B465-EE1E-4E5D-A60D-6D7CEC3C1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A85A-6602-4503-88E9-8ED4F2D1C6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2204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65E988-A0C9-45B6-9466-8AAEC6EB9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7E4691-E157-48F4-BFEB-DB587137E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2700CD-E11E-4160-881D-11157801D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A6F12-9591-4EA6-8771-1EB6D0A58E35}" type="datetimeFigureOut">
              <a:rPr kumimoji="1" lang="ja-JP" altLang="en-US" smtClean="0"/>
              <a:t>2020/3/28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52B6E5-7EDA-4BB3-AA99-315F7B15B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4F974C-D695-487B-A67A-47C9AB7D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A85A-6602-4503-88E9-8ED4F2D1C6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2782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BBD53B-35ED-400C-84F0-71C08BCAB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AA1952F-9827-4CE5-8C94-99CDEE700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E154F7-793A-4766-9895-F968AA99E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A6F12-9591-4EA6-8771-1EB6D0A58E35}" type="datetimeFigureOut">
              <a:rPr kumimoji="1" lang="ja-JP" altLang="en-US" smtClean="0"/>
              <a:t>2020/3/28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664DD6-5ED5-46E7-A7DC-C6FA36B1E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56FE7D-A0FA-41E2-AE09-7F0793A81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A85A-6602-4503-88E9-8ED4F2D1C6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8727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033F25-6650-42C7-900E-105A97244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E87DDE-565D-4B07-8EA4-5490CC499D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A8FD1C3-7C9C-4040-820F-5E1145A508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1C7F00-77E4-45F1-B06B-86C61A58B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A6F12-9591-4EA6-8771-1EB6D0A58E35}" type="datetimeFigureOut">
              <a:rPr kumimoji="1" lang="ja-JP" altLang="en-US" smtClean="0"/>
              <a:t>2020/3/28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7D95ACA-81BF-4925-9F9F-27CE5ECA9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DBEE552-697D-4520-B6C1-D02704187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A85A-6602-4503-88E9-8ED4F2D1C6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0654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B9F310-4D4D-4EDD-B353-AC972FACD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6C387AF-2707-479D-8FCC-0FF57581A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148B6EC-6EFE-413D-919C-0E22F1426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0AF4048-E413-4609-9668-43766C45FD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72069C3-9B5E-4445-A546-4625D581AE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C1EB0E0-F170-4EB9-84A2-5D777C872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A6F12-9591-4EA6-8771-1EB6D0A58E35}" type="datetimeFigureOut">
              <a:rPr kumimoji="1" lang="ja-JP" altLang="en-US" smtClean="0"/>
              <a:t>2020/3/28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5EEDDE2-FB0B-4CB2-8950-99E922FC7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9BE513-68FF-4CA7-BBFA-6F34C1642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A85A-6602-4503-88E9-8ED4F2D1C6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636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CB7C9C-58E7-4F4C-9656-1304C889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7314E4A-761A-4A6C-BEE7-4FE190E73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A6F12-9591-4EA6-8771-1EB6D0A58E35}" type="datetimeFigureOut">
              <a:rPr kumimoji="1" lang="ja-JP" altLang="en-US" smtClean="0"/>
              <a:t>2020/3/28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125697A-A2CB-463A-9D49-9A7990DD2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6FDEAFD-2350-4427-A042-F43D4B81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A85A-6602-4503-88E9-8ED4F2D1C6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0523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78B9397-1EEB-4816-A80D-70586180A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A6F12-9591-4EA6-8771-1EB6D0A58E35}" type="datetimeFigureOut">
              <a:rPr kumimoji="1" lang="ja-JP" altLang="en-US" smtClean="0"/>
              <a:t>2020/3/28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9560D80-7950-43B1-8341-4802299EE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2D7B32-E953-47BD-84EB-0F7B9DDFB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A85A-6602-4503-88E9-8ED4F2D1C6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6920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D73C06-EFC4-41F6-BA4E-9516AED99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3C7675-A606-4B38-B669-3C76099D7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B4E1294-1ED8-42DE-A96E-4B1D6D183D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AC9B66-696C-425B-8178-B1C8A7ED3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A6F12-9591-4EA6-8771-1EB6D0A58E35}" type="datetimeFigureOut">
              <a:rPr kumimoji="1" lang="ja-JP" altLang="en-US" smtClean="0"/>
              <a:t>2020/3/28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F65D735-782D-455C-8509-6429B716E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476303B-507F-4244-8404-9DF1FC8C7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A85A-6602-4503-88E9-8ED4F2D1C6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1441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1C59CF-2EF3-4F55-B4F2-72BFDF922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510A434-F15C-467D-9E25-2C78C5AD80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0B75CF7-3906-43FE-870A-615A867A9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AB6B036-AF19-44C3-818E-653BD4E62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A6F12-9591-4EA6-8771-1EB6D0A58E35}" type="datetimeFigureOut">
              <a:rPr kumimoji="1" lang="ja-JP" altLang="en-US" smtClean="0"/>
              <a:t>2020/3/28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54177EA-B00F-421D-935F-244F44B81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4D0CD6E-E79B-4A21-9653-727225E8C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A85A-6602-4503-88E9-8ED4F2D1C6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723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BF73BE-608D-4C78-B766-7EA13D04D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11FFE9C-DCFF-4CEF-AD2C-8973C5C3F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7CAD6E-8419-42FA-83AB-35DFC596A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A6F12-9591-4EA6-8771-1EB6D0A58E35}" type="datetimeFigureOut">
              <a:rPr kumimoji="1" lang="ja-JP" altLang="en-US" smtClean="0"/>
              <a:t>2020/3/28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752C52-2F94-48A6-8E03-6CC9E36FF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086E13-AFE3-4732-BB56-EF9FCE8B9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A85A-6602-4503-88E9-8ED4F2D1C6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1345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7F4F9ED-858F-459C-BC6D-15D4E68BFF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4149DB2-0C38-455E-9B38-FEC59144F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A3AFBF-D411-4460-8EB3-A2C7CB603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A6F12-9591-4EA6-8771-1EB6D0A58E35}" type="datetimeFigureOut">
              <a:rPr kumimoji="1" lang="ja-JP" altLang="en-US" smtClean="0"/>
              <a:t>2020/3/28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797BE1-C8D7-4428-9958-1E4B2A357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EBAC68-5F66-471A-80AD-B30C8366A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A85A-6602-4503-88E9-8ED4F2D1C6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6438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D6E362D-BCF5-4229-B836-C77235DA3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3C8F6EF-1EE0-42A0-A2FA-D6D911E24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9EB69D-89D6-4F87-B2D0-689D16A9E9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A6F12-9591-4EA6-8771-1EB6D0A58E35}" type="datetimeFigureOut">
              <a:rPr kumimoji="1" lang="ja-JP" altLang="en-US" smtClean="0"/>
              <a:t>2020/3/28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FF26A0-7BA6-40EE-B543-C80627FC1D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88D851-3632-418D-8798-ADA6F8B3D8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7A85A-6602-4503-88E9-8ED4F2D1C6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5158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246D87BA-8EA1-4749-857B-4075B34E42E5}"/>
              </a:ext>
            </a:extLst>
          </p:cNvPr>
          <p:cNvSpPr/>
          <p:nvPr/>
        </p:nvSpPr>
        <p:spPr>
          <a:xfrm>
            <a:off x="3538332" y="3077668"/>
            <a:ext cx="5940000" cy="367985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ivory.core.run.Run</a:t>
            </a:r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79F8A0EF-B91D-460C-AF16-15EE35944188}"/>
              </a:ext>
            </a:extLst>
          </p:cNvPr>
          <p:cNvSpPr/>
          <p:nvPr/>
        </p:nvSpPr>
        <p:spPr>
          <a:xfrm>
            <a:off x="3799683" y="3425449"/>
            <a:ext cx="5400000" cy="360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ivory.core.data.DataLoaders</a:t>
            </a:r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CF729F3-EE59-4511-A216-811E74AB96E4}"/>
              </a:ext>
            </a:extLst>
          </p:cNvPr>
          <p:cNvSpPr/>
          <p:nvPr/>
        </p:nvSpPr>
        <p:spPr>
          <a:xfrm>
            <a:off x="3538332" y="367909"/>
            <a:ext cx="5940000" cy="239239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ivory.core.client.Client</a:t>
            </a:r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411D3CF-AA0A-4A7E-A284-361D617E1BB9}"/>
              </a:ext>
            </a:extLst>
          </p:cNvPr>
          <p:cNvSpPr/>
          <p:nvPr/>
        </p:nvSpPr>
        <p:spPr>
          <a:xfrm>
            <a:off x="3799683" y="3841676"/>
            <a:ext cx="5400000" cy="360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i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vory.callback.trainer.Trainer</a:t>
            </a:r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5070DE3D-2E7D-4340-BF2A-A556165B4BA4}"/>
              </a:ext>
            </a:extLst>
          </p:cNvPr>
          <p:cNvSpPr/>
          <p:nvPr/>
        </p:nvSpPr>
        <p:spPr>
          <a:xfrm>
            <a:off x="3620960" y="739933"/>
            <a:ext cx="3024000" cy="612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ivory.core.tracker.Tracker</a:t>
            </a:r>
          </a:p>
          <a:p>
            <a:pPr algn="ctr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(MLflow Tracking)</a:t>
            </a:r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3D4C307-1553-4E4C-BC0B-95718514B759}"/>
              </a:ext>
            </a:extLst>
          </p:cNvPr>
          <p:cNvSpPr/>
          <p:nvPr/>
        </p:nvSpPr>
        <p:spPr>
          <a:xfrm>
            <a:off x="6698484" y="745339"/>
            <a:ext cx="2682474" cy="612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ivory.core.tuner.Tuner</a:t>
            </a:r>
          </a:p>
          <a:p>
            <a:pPr algn="ctr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(Optuna)</a:t>
            </a:r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AC46D14D-324C-4FD3-B858-402C2194FAF5}"/>
              </a:ext>
            </a:extLst>
          </p:cNvPr>
          <p:cNvSpPr/>
          <p:nvPr/>
        </p:nvSpPr>
        <p:spPr>
          <a:xfrm>
            <a:off x="3620958" y="1419189"/>
            <a:ext cx="5760000" cy="127256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ivory.core.experiment.Experiment</a:t>
            </a:r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FE4B1546-591B-425E-A25D-59D959528F17}"/>
              </a:ext>
            </a:extLst>
          </p:cNvPr>
          <p:cNvSpPr/>
          <p:nvPr/>
        </p:nvSpPr>
        <p:spPr>
          <a:xfrm>
            <a:off x="3799683" y="1819900"/>
            <a:ext cx="5400000" cy="360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ivory.core.data.Data</a:t>
            </a:r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D7747102-8C3D-4859-AFEB-8D9241B680D1}"/>
              </a:ext>
            </a:extLst>
          </p:cNvPr>
          <p:cNvSpPr/>
          <p:nvPr/>
        </p:nvSpPr>
        <p:spPr>
          <a:xfrm>
            <a:off x="3799683" y="2240109"/>
            <a:ext cx="5400000" cy="360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ivory.core.objective.Objective</a:t>
            </a:r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59BFD061-4D6A-4AD0-A35C-2CB4AF0C4342}"/>
              </a:ext>
            </a:extLst>
          </p:cNvPr>
          <p:cNvSpPr/>
          <p:nvPr/>
        </p:nvSpPr>
        <p:spPr>
          <a:xfrm>
            <a:off x="3799683" y="4674130"/>
            <a:ext cx="5400000" cy="360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i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vory.callback.metrics.Metrics</a:t>
            </a:r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D1950EE6-D024-442D-AA93-5CAB3430AF89}"/>
              </a:ext>
            </a:extLst>
          </p:cNvPr>
          <p:cNvSpPr/>
          <p:nvPr/>
        </p:nvSpPr>
        <p:spPr>
          <a:xfrm>
            <a:off x="3799683" y="4257903"/>
            <a:ext cx="5400000" cy="360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i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vory.callback.result.Results</a:t>
            </a:r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3F218F83-EF74-4023-8E60-8BF773968AFC}"/>
              </a:ext>
            </a:extLst>
          </p:cNvPr>
          <p:cNvSpPr/>
          <p:nvPr/>
        </p:nvSpPr>
        <p:spPr>
          <a:xfrm>
            <a:off x="3799683" y="5922811"/>
            <a:ext cx="5400000" cy="360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i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vory.callback.pruning.Pruning</a:t>
            </a:r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05A0DE01-EB82-4539-9DFF-311B0260AEA1}"/>
              </a:ext>
            </a:extLst>
          </p:cNvPr>
          <p:cNvSpPr/>
          <p:nvPr/>
        </p:nvSpPr>
        <p:spPr>
          <a:xfrm>
            <a:off x="3799683" y="5506584"/>
            <a:ext cx="5400000" cy="360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i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vory.callback.early_stopping.EarlyStopping</a:t>
            </a:r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AF0D2F38-1C9B-400F-ABC4-AC63F167A6A6}"/>
              </a:ext>
            </a:extLst>
          </p:cNvPr>
          <p:cNvSpPr/>
          <p:nvPr/>
        </p:nvSpPr>
        <p:spPr>
          <a:xfrm>
            <a:off x="3799683" y="6339038"/>
            <a:ext cx="5400000" cy="360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i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vory.callback.tracking.Tracking</a:t>
            </a:r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37D2E889-27B4-440E-A3AE-B62F4C43517E}"/>
              </a:ext>
            </a:extLst>
          </p:cNvPr>
          <p:cNvSpPr/>
          <p:nvPr/>
        </p:nvSpPr>
        <p:spPr>
          <a:xfrm>
            <a:off x="3799683" y="5090357"/>
            <a:ext cx="5400000" cy="360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i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vory.callback.monitor.Monitor</a:t>
            </a:r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D47D9736-423B-4D3A-91A3-5A2B931D992F}"/>
              </a:ext>
            </a:extLst>
          </p:cNvPr>
          <p:cNvCxnSpPr>
            <a:cxnSpLocks/>
            <a:stCxn id="4" idx="2"/>
            <a:endCxn id="45" idx="0"/>
          </p:cNvCxnSpPr>
          <p:nvPr/>
        </p:nvCxnSpPr>
        <p:spPr>
          <a:xfrm>
            <a:off x="6508332" y="2760308"/>
            <a:ext cx="0" cy="317360"/>
          </a:xfrm>
          <a:prstGeom prst="straightConnector1">
            <a:avLst/>
          </a:prstGeom>
          <a:ln w="41275">
            <a:solidFill>
              <a:schemeClr val="tx1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コネクタ: カギ線 25">
            <a:extLst>
              <a:ext uri="{FF2B5EF4-FFF2-40B4-BE49-F238E27FC236}">
                <a16:creationId xmlns:a16="http://schemas.microsoft.com/office/drawing/2014/main" id="{85A893EF-F775-4DE1-BA02-4EB473EDD781}"/>
              </a:ext>
            </a:extLst>
          </p:cNvPr>
          <p:cNvCxnSpPr>
            <a:cxnSpLocks/>
            <a:stCxn id="33" idx="3"/>
            <a:endCxn id="39" idx="3"/>
          </p:cNvCxnSpPr>
          <p:nvPr/>
        </p:nvCxnSpPr>
        <p:spPr>
          <a:xfrm>
            <a:off x="9199683" y="2420109"/>
            <a:ext cx="12700" cy="3682702"/>
          </a:xfrm>
          <a:prstGeom prst="bentConnector3">
            <a:avLst>
              <a:gd name="adj1" fmla="val 3539126"/>
            </a:avLst>
          </a:prstGeom>
          <a:ln w="41275">
            <a:solidFill>
              <a:srgbClr val="C00000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06C2B031-B775-4875-8764-250859397DF0}"/>
              </a:ext>
            </a:extLst>
          </p:cNvPr>
          <p:cNvSpPr txBox="1"/>
          <p:nvPr/>
        </p:nvSpPr>
        <p:spPr>
          <a:xfrm>
            <a:off x="6588084" y="2710423"/>
            <a:ext cx="14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create_run</a:t>
            </a:r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cxnSp>
        <p:nvCxnSpPr>
          <p:cNvPr id="51" name="コネクタ: カギ線 50">
            <a:extLst>
              <a:ext uri="{FF2B5EF4-FFF2-40B4-BE49-F238E27FC236}">
                <a16:creationId xmlns:a16="http://schemas.microsoft.com/office/drawing/2014/main" id="{701F6CC7-ED36-42DD-897C-953F02276B27}"/>
              </a:ext>
            </a:extLst>
          </p:cNvPr>
          <p:cNvCxnSpPr>
            <a:cxnSpLocks/>
            <a:stCxn id="32" idx="3"/>
            <a:endCxn id="46" idx="3"/>
          </p:cNvCxnSpPr>
          <p:nvPr/>
        </p:nvCxnSpPr>
        <p:spPr>
          <a:xfrm>
            <a:off x="9199683" y="1999900"/>
            <a:ext cx="12700" cy="1605549"/>
          </a:xfrm>
          <a:prstGeom prst="bentConnector3">
            <a:avLst>
              <a:gd name="adj1" fmla="val 1800000"/>
            </a:avLst>
          </a:prstGeom>
          <a:ln w="41275">
            <a:solidFill>
              <a:srgbClr val="C00000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コネクタ: カギ線 64">
            <a:extLst>
              <a:ext uri="{FF2B5EF4-FFF2-40B4-BE49-F238E27FC236}">
                <a16:creationId xmlns:a16="http://schemas.microsoft.com/office/drawing/2014/main" id="{080082AB-BF4C-47DD-8BB4-DB3919E55013}"/>
              </a:ext>
            </a:extLst>
          </p:cNvPr>
          <p:cNvCxnSpPr>
            <a:cxnSpLocks/>
            <a:stCxn id="25" idx="1"/>
            <a:endCxn id="41" idx="1"/>
          </p:cNvCxnSpPr>
          <p:nvPr/>
        </p:nvCxnSpPr>
        <p:spPr>
          <a:xfrm rot="10800000" flipH="1" flipV="1">
            <a:off x="3620959" y="1045932"/>
            <a:ext cx="178723" cy="5473105"/>
          </a:xfrm>
          <a:prstGeom prst="bentConnector3">
            <a:avLst>
              <a:gd name="adj1" fmla="val -221829"/>
            </a:avLst>
          </a:prstGeom>
          <a:ln w="41275">
            <a:solidFill>
              <a:srgbClr val="C00000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コネクタ: カギ線 68">
            <a:extLst>
              <a:ext uri="{FF2B5EF4-FFF2-40B4-BE49-F238E27FC236}">
                <a16:creationId xmlns:a16="http://schemas.microsoft.com/office/drawing/2014/main" id="{0B331CD9-AF80-457B-BF2D-EAD4573C3C4E}"/>
              </a:ext>
            </a:extLst>
          </p:cNvPr>
          <p:cNvCxnSpPr>
            <a:cxnSpLocks/>
            <a:stCxn id="30" idx="3"/>
            <a:endCxn id="27" idx="3"/>
          </p:cNvCxnSpPr>
          <p:nvPr/>
        </p:nvCxnSpPr>
        <p:spPr>
          <a:xfrm flipH="1">
            <a:off x="7995842" y="1051339"/>
            <a:ext cx="1385116" cy="1843750"/>
          </a:xfrm>
          <a:prstGeom prst="bentConnector3">
            <a:avLst>
              <a:gd name="adj1" fmla="val -33088"/>
            </a:avLst>
          </a:prstGeom>
          <a:ln w="41275">
            <a:solidFill>
              <a:srgbClr val="C00000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168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kumimoji="1" dirty="0" smtClean="0"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117</Words>
  <Application>Microsoft Office PowerPoint</Application>
  <PresentationFormat>ワイド画面</PresentationFormat>
  <Paragraphs>18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肥後 豊</dc:creator>
  <cp:lastModifiedBy>肥後 豊</cp:lastModifiedBy>
  <cp:revision>14</cp:revision>
  <dcterms:created xsi:type="dcterms:W3CDTF">2020-03-17T13:06:19Z</dcterms:created>
  <dcterms:modified xsi:type="dcterms:W3CDTF">2020-03-27T21:37:07Z</dcterms:modified>
</cp:coreProperties>
</file>